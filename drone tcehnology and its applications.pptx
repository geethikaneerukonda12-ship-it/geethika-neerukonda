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9" r:id="rId3"/>
    <p:sldId id="257"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0C8E0"/>
    <a:srgbClr val="EF95EF"/>
    <a:srgbClr val="69CED9"/>
    <a:srgbClr val="76C8D8"/>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96B705F-D76D-4111-9E55-1FAAEF425BB6}"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4047529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6B705F-D76D-4111-9E55-1FAAEF425BB6}"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4119858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96B705F-D76D-4111-9E55-1FAAEF425BB6}"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649628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96B705F-D76D-4111-9E55-1FAAEF425BB6}"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3212058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6B705F-D76D-4111-9E55-1FAAEF425BB6}" type="datetimeFigureOut">
              <a:rPr lang="en-IN" smtClean="0"/>
              <a:t>27-11-2025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626503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96B705F-D76D-4111-9E55-1FAAEF425BB6}"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777633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6B705F-D76D-4111-9E55-1FAAEF425BB6}" type="datetimeFigureOut">
              <a:rPr lang="en-IN" smtClean="0"/>
              <a:t>27-11-2025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4022352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6B705F-D76D-4111-9E55-1FAAEF425BB6}"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101468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6B705F-D76D-4111-9E55-1FAAEF425BB6}"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67076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6B705F-D76D-4111-9E55-1FAAEF425BB6}"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2566117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6B705F-D76D-4111-9E55-1FAAEF425BB6}"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01AE4-609F-4FBC-A175-80972F9BB2ED}" type="slidenum">
              <a:rPr lang="en-IN" smtClean="0"/>
              <a:t>‹#›</a:t>
            </a:fld>
            <a:endParaRPr lang="en-IN"/>
          </a:p>
        </p:txBody>
      </p:sp>
    </p:spTree>
    <p:extLst>
      <p:ext uri="{BB962C8B-B14F-4D97-AF65-F5344CB8AC3E}">
        <p14:creationId xmlns:p14="http://schemas.microsoft.com/office/powerpoint/2010/main" val="3581529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6B705F-D76D-4111-9E55-1FAAEF425BB6}" type="datetimeFigureOut">
              <a:rPr lang="en-IN" smtClean="0"/>
              <a:t>27-11-2025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01AE4-609F-4FBC-A175-80972F9BB2ED}" type="slidenum">
              <a:rPr lang="en-IN" smtClean="0"/>
              <a:t>‹#›</a:t>
            </a:fld>
            <a:endParaRPr lang="en-IN"/>
          </a:p>
        </p:txBody>
      </p:sp>
    </p:spTree>
    <p:extLst>
      <p:ext uri="{BB962C8B-B14F-4D97-AF65-F5344CB8AC3E}">
        <p14:creationId xmlns:p14="http://schemas.microsoft.com/office/powerpoint/2010/main" val="348957606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2700" b="1" dirty="0" smtClean="0"/>
              <a:t>GAYATRI VIDYA  PARISHAD COLLAGE OF ENGINEERING FOR WOMEN</a:t>
            </a:r>
            <a:br>
              <a:rPr lang="en-US" sz="2700" b="1" dirty="0" smtClean="0"/>
            </a:br>
            <a:r>
              <a:rPr lang="en-US" sz="2700" b="1" dirty="0" smtClean="0"/>
              <a:t>(Autonomous)</a:t>
            </a:r>
            <a:br>
              <a:rPr lang="en-US" sz="2700" b="1" dirty="0" smtClean="0"/>
            </a:br>
            <a:r>
              <a:rPr lang="en-US" sz="1800" dirty="0" smtClean="0"/>
              <a:t>(Approved by AICTE, New Delhi and Permanently Affiliated to Andhra University,</a:t>
            </a:r>
            <a:br>
              <a:rPr lang="en-US" sz="1800" dirty="0" smtClean="0"/>
            </a:br>
            <a:r>
              <a:rPr lang="en-US" sz="1800" dirty="0" smtClean="0"/>
              <a:t> </a:t>
            </a:r>
            <a:r>
              <a:rPr lang="en-US" sz="1800" dirty="0" smtClean="0"/>
              <a:t>Visakhapatnam)</a:t>
            </a:r>
            <a:r>
              <a:rPr lang="en-US" sz="1800" dirty="0" smtClean="0"/>
              <a:t/>
            </a:r>
            <a:br>
              <a:rPr lang="en-US" sz="1800" dirty="0" smtClean="0"/>
            </a:br>
            <a:r>
              <a:rPr lang="en-US" sz="1800" dirty="0" smtClean="0"/>
              <a:t>Madhurwada :: </a:t>
            </a:r>
            <a:r>
              <a:rPr lang="en-US" sz="1800" dirty="0" smtClean="0"/>
              <a:t>Visakhapatnam </a:t>
            </a:r>
            <a:r>
              <a:rPr lang="en-US" sz="1800" dirty="0" smtClean="0"/>
              <a:t>– 530048</a:t>
            </a:r>
            <a:br>
              <a:rPr lang="en-US" sz="1800" dirty="0" smtClean="0"/>
            </a:br>
            <a:r>
              <a:rPr lang="en-US" sz="1800" dirty="0"/>
              <a:t/>
            </a:r>
            <a:br>
              <a:rPr lang="en-US" sz="1800" dirty="0"/>
            </a:br>
            <a:r>
              <a:rPr lang="en-US" sz="1800" dirty="0" smtClean="0"/>
              <a:t/>
            </a:r>
            <a:br>
              <a:rPr lang="en-US" sz="1800" dirty="0" smtClean="0"/>
            </a:br>
            <a:r>
              <a:rPr lang="en-US" sz="1600" dirty="0"/>
              <a:t/>
            </a:r>
            <a:br>
              <a:rPr lang="en-US" sz="1600" dirty="0"/>
            </a:br>
            <a:r>
              <a:rPr lang="en-US" sz="1600" dirty="0" smtClean="0"/>
              <a:t/>
            </a:r>
            <a:br>
              <a:rPr lang="en-US" sz="1600" dirty="0" smtClean="0"/>
            </a:br>
            <a:endParaRPr lang="en-IN" sz="1600" dirty="0"/>
          </a:p>
        </p:txBody>
      </p:sp>
      <p:sp>
        <p:nvSpPr>
          <p:cNvPr id="3" name="Subtitle 2"/>
          <p:cNvSpPr>
            <a:spLocks noGrp="1"/>
          </p:cNvSpPr>
          <p:nvPr>
            <p:ph type="subTitle" idx="1"/>
          </p:nvPr>
        </p:nvSpPr>
        <p:spPr>
          <a:xfrm>
            <a:off x="1524000" y="3342290"/>
            <a:ext cx="8681545" cy="2207172"/>
          </a:xfrm>
        </p:spPr>
        <p:txBody>
          <a:bodyPr>
            <a:normAutofit/>
          </a:bodyPr>
          <a:lstStyle/>
          <a:p>
            <a:pPr algn="l"/>
            <a:r>
              <a:rPr lang="en-US" sz="2000" b="1" dirty="0" smtClean="0"/>
              <a:t>                  Title of presentation –  Drone Technology and Its Applications</a:t>
            </a:r>
          </a:p>
          <a:p>
            <a:pPr algn="l"/>
            <a:r>
              <a:rPr lang="en-US" sz="2000" b="1" dirty="0" smtClean="0"/>
              <a:t>                  Name – Nainika Manne</a:t>
            </a:r>
          </a:p>
          <a:p>
            <a:pPr algn="l"/>
            <a:r>
              <a:rPr lang="en-US" sz="2000" b="1" dirty="0" smtClean="0"/>
              <a:t>                  Roll no – 32510321012</a:t>
            </a:r>
          </a:p>
          <a:p>
            <a:pPr algn="l"/>
            <a:r>
              <a:rPr lang="en-US" sz="2000" b="1" dirty="0" smtClean="0"/>
              <a:t>                  Branch – CSE</a:t>
            </a:r>
          </a:p>
          <a:p>
            <a:pPr algn="l"/>
            <a:endParaRPr lang="en-US" sz="2000" dirty="0"/>
          </a:p>
          <a:p>
            <a:pPr algn="l"/>
            <a:endParaRPr lang="en-US" sz="2000" dirty="0" smtClean="0"/>
          </a:p>
          <a:p>
            <a:pPr algn="l"/>
            <a:endParaRPr lang="en-US" sz="2000" dirty="0"/>
          </a:p>
          <a:p>
            <a:pPr algn="l"/>
            <a:endParaRPr lang="en-IN"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47" y="1122363"/>
            <a:ext cx="1353529" cy="1347568"/>
          </a:xfrm>
          <a:prstGeom prst="rect">
            <a:avLst/>
          </a:prstGeom>
        </p:spPr>
      </p:pic>
    </p:spTree>
    <p:extLst>
      <p:ext uri="{BB962C8B-B14F-4D97-AF65-F5344CB8AC3E}">
        <p14:creationId xmlns:p14="http://schemas.microsoft.com/office/powerpoint/2010/main" val="18115661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7000"/>
            <a:lum/>
          </a:blip>
          <a:srcRect/>
          <a:stretch>
            <a:fillRect l="-3000" r="-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4007" y="126124"/>
            <a:ext cx="10515600" cy="1513489"/>
          </a:xfrm>
        </p:spPr>
        <p:txBody>
          <a:bodyPr>
            <a:normAutofit/>
          </a:bodyPr>
          <a:lstStyle/>
          <a:p>
            <a:r>
              <a:rPr lang="en-US" sz="5400" dirty="0" smtClean="0">
                <a:solidFill>
                  <a:schemeClr val="accent2">
                    <a:lumMod val="75000"/>
                  </a:schemeClr>
                </a:solidFill>
              </a:rPr>
              <a:t>UNNAMED AERIAL VEHICALS ( UAV’S)</a:t>
            </a:r>
            <a:endParaRPr lang="en-IN" sz="5400" dirty="0">
              <a:solidFill>
                <a:schemeClr val="accent2">
                  <a:lumMod val="75000"/>
                </a:schemeClr>
              </a:solidFill>
            </a:endParaRPr>
          </a:p>
        </p:txBody>
      </p:sp>
      <p:sp>
        <p:nvSpPr>
          <p:cNvPr id="3" name="Content Placeholder 2"/>
          <p:cNvSpPr>
            <a:spLocks noGrp="1"/>
          </p:cNvSpPr>
          <p:nvPr>
            <p:ph idx="1"/>
          </p:nvPr>
        </p:nvSpPr>
        <p:spPr>
          <a:xfrm>
            <a:off x="236877" y="1388153"/>
            <a:ext cx="10515600" cy="4351338"/>
          </a:xfrm>
        </p:spPr>
        <p:txBody>
          <a:bodyPr>
            <a:normAutofit/>
          </a:bodyPr>
          <a:lstStyle/>
          <a:p>
            <a:r>
              <a:rPr lang="en-US" dirty="0" smtClean="0"/>
              <a:t>A UAV is an </a:t>
            </a:r>
            <a:r>
              <a:rPr lang="en-US" sz="4000" b="1" dirty="0" smtClean="0"/>
              <a:t>aircraft without a human pilot on board</a:t>
            </a:r>
          </a:p>
          <a:p>
            <a:r>
              <a:rPr lang="en-US" dirty="0" smtClean="0"/>
              <a:t>designed</a:t>
            </a:r>
            <a:r>
              <a:rPr lang="en-US" dirty="0"/>
              <a:t> to perform tasks either </a:t>
            </a:r>
            <a:r>
              <a:rPr lang="en-US" dirty="0" smtClean="0"/>
              <a:t>remotely via a ground control station or autonomously with pre-programmed routes.</a:t>
            </a:r>
          </a:p>
          <a:p>
            <a:r>
              <a:rPr lang="en-US" dirty="0" smtClean="0"/>
              <a:t>UAVs</a:t>
            </a:r>
            <a:r>
              <a:rPr lang="en-US" dirty="0"/>
              <a:t> vary widely in size, complexity, </a:t>
            </a:r>
            <a:r>
              <a:rPr lang="en-US" dirty="0" smtClean="0"/>
              <a:t>and functionality</a:t>
            </a:r>
          </a:p>
          <a:p>
            <a:endParaRPr lang="en-IN"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2245" y="3710677"/>
            <a:ext cx="6123196" cy="2971800"/>
          </a:xfrm>
          <a:prstGeom prst="rect">
            <a:avLst/>
          </a:prstGeom>
        </p:spPr>
      </p:pic>
    </p:spTree>
    <p:extLst>
      <p:ext uri="{BB962C8B-B14F-4D97-AF65-F5344CB8AC3E}">
        <p14:creationId xmlns:p14="http://schemas.microsoft.com/office/powerpoint/2010/main" val="390495123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9000"/>
            <a:lum/>
          </a:blip>
          <a:srcRect/>
          <a:stretch>
            <a:fillRect/>
          </a:stretch>
        </a:blip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7876" y="3665644"/>
            <a:ext cx="4076700" cy="2847975"/>
          </a:xfrm>
          <a:prstGeom prst="rect">
            <a:avLst/>
          </a:prstGeom>
        </p:spPr>
      </p:pic>
      <p:sp>
        <p:nvSpPr>
          <p:cNvPr id="10" name="Right Arrow 9"/>
          <p:cNvSpPr/>
          <p:nvPr/>
        </p:nvSpPr>
        <p:spPr>
          <a:xfrm rot="10800000">
            <a:off x="2972371" y="4879422"/>
            <a:ext cx="819807" cy="2102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Arrow 10"/>
          <p:cNvSpPr/>
          <p:nvPr/>
        </p:nvSpPr>
        <p:spPr>
          <a:xfrm>
            <a:off x="8840187" y="4879423"/>
            <a:ext cx="735724" cy="2102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Down Arrow 13"/>
          <p:cNvSpPr/>
          <p:nvPr/>
        </p:nvSpPr>
        <p:spPr>
          <a:xfrm rot="10800000">
            <a:off x="6185337" y="2745398"/>
            <a:ext cx="244423" cy="6936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p:cNvSpPr/>
          <p:nvPr/>
        </p:nvSpPr>
        <p:spPr>
          <a:xfrm>
            <a:off x="244937" y="4317120"/>
            <a:ext cx="2091558" cy="12402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Rotary-wing UAVs </a:t>
            </a:r>
            <a:endParaRPr lang="en-IN" dirty="0"/>
          </a:p>
        </p:txBody>
      </p:sp>
      <p:sp>
        <p:nvSpPr>
          <p:cNvPr id="21" name="Oval 20"/>
          <p:cNvSpPr/>
          <p:nvPr/>
        </p:nvSpPr>
        <p:spPr>
          <a:xfrm>
            <a:off x="9965780" y="4201505"/>
            <a:ext cx="1986455" cy="13558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Hybrid UAVs</a:t>
            </a:r>
            <a:endParaRPr lang="en-IN" dirty="0"/>
          </a:p>
        </p:txBody>
      </p:sp>
      <p:sp>
        <p:nvSpPr>
          <p:cNvPr id="22" name="Oval 21"/>
          <p:cNvSpPr/>
          <p:nvPr/>
        </p:nvSpPr>
        <p:spPr>
          <a:xfrm>
            <a:off x="5198707" y="1470282"/>
            <a:ext cx="2217682" cy="10485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Fixed-wing UAVs</a:t>
            </a:r>
            <a:endParaRPr lang="en-IN" b="1" dirty="0">
              <a:solidFill>
                <a:srgbClr val="FF0066"/>
              </a:solidFill>
            </a:endParaRPr>
          </a:p>
        </p:txBody>
      </p:sp>
      <p:sp>
        <p:nvSpPr>
          <p:cNvPr id="25" name="Rounded Rectangle 24"/>
          <p:cNvSpPr/>
          <p:nvPr/>
        </p:nvSpPr>
        <p:spPr>
          <a:xfrm>
            <a:off x="2555987" y="350338"/>
            <a:ext cx="7409793" cy="5465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TYPES OF UAV’S</a:t>
            </a:r>
            <a:endParaRPr lang="en-IN" sz="2000" b="1" dirty="0"/>
          </a:p>
        </p:txBody>
      </p:sp>
    </p:spTree>
    <p:extLst>
      <p:ext uri="{BB962C8B-B14F-4D97-AF65-F5344CB8AC3E}">
        <p14:creationId xmlns:p14="http://schemas.microsoft.com/office/powerpoint/2010/main" val="256405651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1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7366" y="554804"/>
            <a:ext cx="9144000" cy="1126851"/>
          </a:xfrm>
        </p:spPr>
        <p:txBody>
          <a:bodyPr/>
          <a:lstStyle/>
          <a:p>
            <a:r>
              <a:rPr lang="en-US" dirty="0" smtClean="0">
                <a:solidFill>
                  <a:schemeClr val="accent2">
                    <a:lumMod val="75000"/>
                  </a:schemeClr>
                </a:solidFill>
              </a:rPr>
              <a:t>FIXED WING UAV’S</a:t>
            </a:r>
            <a:endParaRPr lang="en-IN" dirty="0">
              <a:solidFill>
                <a:schemeClr val="accent2">
                  <a:lumMod val="75000"/>
                </a:schemeClr>
              </a:solidFill>
            </a:endParaRPr>
          </a:p>
        </p:txBody>
      </p:sp>
      <p:sp>
        <p:nvSpPr>
          <p:cNvPr id="3" name="Subtitle 2"/>
          <p:cNvSpPr>
            <a:spLocks noGrp="1"/>
          </p:cNvSpPr>
          <p:nvPr>
            <p:ph type="subTitle" idx="1"/>
          </p:nvPr>
        </p:nvSpPr>
        <p:spPr>
          <a:xfrm>
            <a:off x="1673509" y="1544495"/>
            <a:ext cx="9144000" cy="2630214"/>
          </a:xfrm>
        </p:spPr>
        <p:txBody>
          <a:bodyPr>
            <a:normAutofit/>
          </a:bodyPr>
          <a:lstStyle/>
          <a:p>
            <a:r>
              <a:rPr lang="en-US" sz="3200" b="1" dirty="0">
                <a:solidFill>
                  <a:srgbClr val="002060"/>
                </a:solidFill>
              </a:rPr>
              <a:t>These resemble traditional airplanes with a fixed wing and are ideal for long-range flights, surveillance, and mapping. They are often used in military, agricultural, and environmental monitoring applications</a:t>
            </a:r>
            <a:r>
              <a:rPr lang="en-US" sz="3200" b="1" dirty="0">
                <a:solidFill>
                  <a:srgbClr val="000066"/>
                </a:solidFill>
              </a:rPr>
              <a:t>.</a:t>
            </a:r>
            <a:endParaRPr lang="en-IN" sz="3200" b="1" dirty="0">
              <a:solidFill>
                <a:srgbClr val="000066"/>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160" y="3892769"/>
            <a:ext cx="5029200" cy="2354973"/>
          </a:xfrm>
          <a:prstGeom prst="rect">
            <a:avLst/>
          </a:prstGeom>
        </p:spPr>
      </p:pic>
    </p:spTree>
    <p:extLst>
      <p:ext uri="{BB962C8B-B14F-4D97-AF65-F5344CB8AC3E}">
        <p14:creationId xmlns:p14="http://schemas.microsoft.com/office/powerpoint/2010/main" val="38401959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4000"/>
            <a:lum/>
          </a:blip>
          <a:srcRect/>
          <a:stretch>
            <a:fillRect t="-10000" b="-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smtClean="0">
                <a:solidFill>
                  <a:schemeClr val="accent2">
                    <a:lumMod val="75000"/>
                  </a:schemeClr>
                </a:solidFill>
              </a:rPr>
              <a:t>ROTATORY WING UAV’S</a:t>
            </a:r>
            <a:endParaRPr lang="en-IN" sz="5400" dirty="0">
              <a:solidFill>
                <a:schemeClr val="accent2">
                  <a:lumMod val="75000"/>
                </a:schemeClr>
              </a:solidFill>
            </a:endParaRPr>
          </a:p>
        </p:txBody>
      </p:sp>
      <p:sp>
        <p:nvSpPr>
          <p:cNvPr id="3" name="Content Placeholder 2"/>
          <p:cNvSpPr>
            <a:spLocks noGrp="1"/>
          </p:cNvSpPr>
          <p:nvPr>
            <p:ph idx="1"/>
          </p:nvPr>
        </p:nvSpPr>
        <p:spPr/>
        <p:txBody>
          <a:bodyPr>
            <a:normAutofit/>
          </a:bodyPr>
          <a:lstStyle/>
          <a:p>
            <a:r>
              <a:rPr lang="en-US" sz="3200" b="1" dirty="0"/>
              <a:t>These include helicopters and quadcopters (with four rotors). They are highly maneuverable, suitable for tasks requiring vertical takeoff and landing (VTOL), such as aerial photography, search and rescue, and infrastructure inspections.</a:t>
            </a:r>
            <a:endParaRPr lang="en-IN" sz="3200"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8257" y="3693401"/>
            <a:ext cx="4918184" cy="3007217"/>
          </a:xfrm>
          <a:prstGeom prst="rect">
            <a:avLst/>
          </a:prstGeom>
        </p:spPr>
      </p:pic>
    </p:spTree>
    <p:extLst>
      <p:ext uri="{BB962C8B-B14F-4D97-AF65-F5344CB8AC3E}">
        <p14:creationId xmlns:p14="http://schemas.microsoft.com/office/powerpoint/2010/main" val="116002935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7000"/>
            <a:lum/>
          </a:blip>
          <a:srcRect/>
          <a:stretch>
            <a:fillRect t="-8000" b="-8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28491"/>
            <a:ext cx="10515600" cy="1325563"/>
          </a:xfrm>
        </p:spPr>
        <p:txBody>
          <a:bodyPr>
            <a:normAutofit/>
          </a:bodyPr>
          <a:lstStyle/>
          <a:p>
            <a:pPr algn="ctr"/>
            <a:r>
              <a:rPr lang="en-US" sz="6000" dirty="0" smtClean="0">
                <a:solidFill>
                  <a:schemeClr val="accent2">
                    <a:lumMod val="75000"/>
                  </a:schemeClr>
                </a:solidFill>
              </a:rPr>
              <a:t>HYBRID UAV’S</a:t>
            </a:r>
            <a:endParaRPr lang="en-IN" sz="6000" dirty="0">
              <a:solidFill>
                <a:schemeClr val="accent2">
                  <a:lumMod val="75000"/>
                </a:schemeClr>
              </a:solidFill>
            </a:endParaRPr>
          </a:p>
        </p:txBody>
      </p:sp>
      <p:sp>
        <p:nvSpPr>
          <p:cNvPr id="3" name="Content Placeholder 2"/>
          <p:cNvSpPr>
            <a:spLocks noGrp="1"/>
          </p:cNvSpPr>
          <p:nvPr>
            <p:ph idx="1"/>
          </p:nvPr>
        </p:nvSpPr>
        <p:spPr>
          <a:xfrm>
            <a:off x="838200" y="1405211"/>
            <a:ext cx="10515600" cy="4351338"/>
          </a:xfrm>
        </p:spPr>
        <p:txBody>
          <a:bodyPr>
            <a:normAutofit/>
          </a:bodyPr>
          <a:lstStyle/>
          <a:p>
            <a:r>
              <a:rPr lang="en-US" sz="3200" b="1" dirty="0"/>
              <a:t>Combining features of both fixed-wing and rotary-wing drones, these UAVs offer the endurance of fixed-wing aircraft with the vertical takeoff/landing capability of rotorcraft. They are useful for missions requiring flexibility, like surveillance or cargo delivery in challenging terrain</a:t>
            </a:r>
            <a:r>
              <a:rPr lang="en-US" sz="3200" dirty="0"/>
              <a:t>.</a:t>
            </a:r>
            <a:endParaRPr lang="en-IN" sz="32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5807" y="3836276"/>
            <a:ext cx="5980385" cy="2590800"/>
          </a:xfrm>
          <a:prstGeom prst="rect">
            <a:avLst/>
          </a:prstGeom>
        </p:spPr>
      </p:pic>
    </p:spTree>
    <p:extLst>
      <p:ext uri="{BB962C8B-B14F-4D97-AF65-F5344CB8AC3E}">
        <p14:creationId xmlns:p14="http://schemas.microsoft.com/office/powerpoint/2010/main" val="42570089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TotalTime>
  <Words>168</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GAYATRI VIDYA  PARISHAD COLLAGE OF ENGINEERING FOR WOMEN (Autonomous) (Approved by AICTE, New Delhi and Permanently Affiliated to Andhra University,  Visakhapatnam) Madhurwada :: Visakhapatnam – 530048     </vt:lpstr>
      <vt:lpstr>UNNAMED AERIAL VEHICALS ( UAV’S)</vt:lpstr>
      <vt:lpstr>PowerPoint Presentation</vt:lpstr>
      <vt:lpstr>FIXED WING UAV’S</vt:lpstr>
      <vt:lpstr>ROTATORY WING UAV’S</vt:lpstr>
      <vt:lpstr>HYBRID UAV’S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GAYATRI VIDYA  PARISHAD COLLAGE OF ENGINEERING FOR WOMEN (Autonomous) (Approved by AICTE, New Delhi and Permanently Affiliated to Andhra University,  Vishakapatnam) Madhurwada :: Vishakapatnam – 530048</dc:title>
  <dc:creator>GVPW</dc:creator>
  <cp:lastModifiedBy>GVPW</cp:lastModifiedBy>
  <cp:revision>16</cp:revision>
  <dcterms:created xsi:type="dcterms:W3CDTF">2025-11-25T22:43:27Z</dcterms:created>
  <dcterms:modified xsi:type="dcterms:W3CDTF">2025-11-27T06:18:03Z</dcterms:modified>
</cp:coreProperties>
</file>