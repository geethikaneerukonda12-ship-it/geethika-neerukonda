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42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92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1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4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86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9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6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24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16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02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6547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582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41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94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599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98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9783F6A-4B97-46D0-8E2F-B05067A29B4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8F0C28F-F9AC-4005-9F6D-E9BFA500D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959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89" y="337135"/>
            <a:ext cx="9627403" cy="607807"/>
          </a:xfrm>
        </p:spPr>
        <p:txBody>
          <a:bodyPr>
            <a:normAutofit/>
          </a:bodyPr>
          <a:lstStyle/>
          <a:p>
            <a:pPr algn="l"/>
            <a:r>
              <a:rPr lang="en-US" sz="2800" u="sng" dirty="0" smtClean="0">
                <a:solidFill>
                  <a:srgbClr val="C00000"/>
                </a:solidFill>
                <a:latin typeface="Algerian" panose="04020705040A02060702" pitchFamily="82" charset="0"/>
              </a:rPr>
              <a:t>What is AI Ethics:</a:t>
            </a:r>
            <a:endParaRPr lang="en-IN" sz="2800" u="sng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317" y="1439916"/>
            <a:ext cx="5029055" cy="346841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966" y="1313792"/>
            <a:ext cx="6453351" cy="404648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AI ethics refers to the principles that govern AI’s behavior in terms of human values</a:t>
            </a:r>
            <a:r>
              <a:rPr lang="en-US" sz="24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</a:t>
            </a:r>
            <a:r>
              <a:rPr lang="en-US" sz="2400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AI ethics helps ensure that AI is developed and used in ways that are beneficial to society</a:t>
            </a:r>
            <a:r>
              <a:rPr lang="en-US" sz="24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</a:t>
            </a:r>
            <a:r>
              <a:rPr lang="en-US" sz="2400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It encompasses a broad range of considerations, including fairness, transparency, accountability, privacy, security, and the potential societal impacts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39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9460350" cy="698938"/>
          </a:xfrm>
        </p:spPr>
        <p:txBody>
          <a:bodyPr>
            <a:normAutofit/>
          </a:bodyPr>
          <a:lstStyle/>
          <a:p>
            <a:pPr algn="l"/>
            <a:r>
              <a:rPr lang="en-US" u="sng" dirty="0">
                <a:solidFill>
                  <a:srgbClr val="C00000"/>
                </a:solidFill>
                <a:latin typeface="Algerian" panose="04020705040A02060702" pitchFamily="82" charset="0"/>
              </a:rPr>
              <a:t>Ethical use of AI in Science:</a:t>
            </a:r>
            <a:endParaRPr lang="en-IN" u="sng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793" y="1639615"/>
            <a:ext cx="4410459" cy="352096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172" y="1639615"/>
            <a:ext cx="6726621" cy="4229374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Artificial </a:t>
            </a:r>
            <a:r>
              <a:rPr lang="en-US" sz="2000" dirty="0" smtClean="0">
                <a:effectLst/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intelligence </a:t>
            </a:r>
            <a:r>
              <a:rPr lang="en-US" sz="2000" dirty="0">
                <a:effectLst/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is a big topic and is evolving rapidly. </a:t>
            </a:r>
            <a:endParaRPr lang="en-US" sz="2000" dirty="0" smtClean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Using AI in research offers many important benefits for science and society but also creates novel and complex ethical issues.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Ethical use of AI in Science involves, maintaining academic integrity, protecting data, ensuring fairness and accountability.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As AI</a:t>
            </a:r>
            <a:r>
              <a:rPr lang="en-US" sz="2000" dirty="0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 becomes increasingly important to society, experts in the field have identified a need for ethical boundaries when creating and implementing new AI tools</a:t>
            </a:r>
            <a:r>
              <a:rPr lang="en-US" sz="2000" dirty="0" smtClean="0"/>
              <a:t>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000" dirty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0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D5CBAF11-69B7-47EA-BC01-41F77058C2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38</TotalTime>
  <Words>84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Malgun Gothic Semilight</vt:lpstr>
      <vt:lpstr>Algerian</vt:lpstr>
      <vt:lpstr>Calisto MT</vt:lpstr>
      <vt:lpstr>Trebuchet MS</vt:lpstr>
      <vt:lpstr>Wingdings</vt:lpstr>
      <vt:lpstr>Wingdings 2</vt:lpstr>
      <vt:lpstr>Slate</vt:lpstr>
      <vt:lpstr>What is AI Ethics:</vt:lpstr>
      <vt:lpstr>Ethical use of AI in Science: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GVPW</dc:creator>
  <cp:lastModifiedBy>GVPW</cp:lastModifiedBy>
  <cp:revision>6</cp:revision>
  <dcterms:created xsi:type="dcterms:W3CDTF">2025-11-26T23:48:24Z</dcterms:created>
  <dcterms:modified xsi:type="dcterms:W3CDTF">2025-11-27T06:27:03Z</dcterms:modified>
</cp:coreProperties>
</file>